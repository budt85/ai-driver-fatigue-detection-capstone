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2623d7f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2623d7f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f2623d7f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f2623d7f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f2623d7f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f2623d7f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f2623d7f7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f2623d7f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f2623d7f7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f2623d7f7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f2623d7f7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f2623d7f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f2623d7f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f2623d7f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f2623d7f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f2623d7f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e3c6b4ed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e3c6b4ed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f2623d7f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f2623d7f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f2623d7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f2623d7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f2623d7f7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f2623d7f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f2623d7f7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f2623d7f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f2623d7f7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f2623d7f7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Beautify this slide"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456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/>
        </p:nvSpPr>
        <p:spPr>
          <a:xfrm>
            <a:off x="813175" y="327300"/>
            <a:ext cx="76593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chemeClr val="dk2"/>
                </a:solidFill>
              </a:rPr>
              <a:t>AI Engineer / Developer </a:t>
            </a:r>
            <a:endParaRPr b="1" sz="4600">
              <a:solidFill>
                <a:schemeClr val="dk2"/>
              </a:solidFill>
            </a:endParaRPr>
          </a:p>
        </p:txBody>
      </p:sp>
      <p:sp>
        <p:nvSpPr>
          <p:cNvPr id="81" name="Google Shape;81;p18"/>
          <p:cNvSpPr txBox="1"/>
          <p:nvPr/>
        </p:nvSpPr>
        <p:spPr>
          <a:xfrm>
            <a:off x="922575" y="1585400"/>
            <a:ext cx="72909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</a:rPr>
              <a:t>Jackson Stout</a:t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idx="1" type="body"/>
          </p:nvPr>
        </p:nvSpPr>
        <p:spPr>
          <a:xfrm>
            <a:off x="0" y="0"/>
            <a:ext cx="91884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Beautify this slide" id="87" name="Google Shape;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88401" cy="506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2" name="Google Shape;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type="ctrTitle"/>
          </p:nvPr>
        </p:nvSpPr>
        <p:spPr>
          <a:xfrm>
            <a:off x="311700" y="329050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 Data Researcher</a:t>
            </a:r>
            <a:endParaRPr/>
          </a:p>
        </p:txBody>
      </p:sp>
      <p:sp>
        <p:nvSpPr>
          <p:cNvPr id="98" name="Google Shape;98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Docial </a:t>
            </a:r>
            <a:r>
              <a:rPr lang="en" sz="2450">
                <a:solidFill>
                  <a:srgbClr val="242424"/>
                </a:solidFill>
                <a:highlight>
                  <a:srgbClr val="F5F5F5"/>
                </a:highlight>
              </a:rPr>
              <a:t>Vleyee</a:t>
            </a:r>
            <a:endParaRPr sz="2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3" name="Google Shape;10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idx="1" type="body"/>
          </p:nvPr>
        </p:nvSpPr>
        <p:spPr>
          <a:xfrm>
            <a:off x="311700" y="0"/>
            <a:ext cx="8832300" cy="45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Beautify this slide" id="109" name="Google Shape;10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6253" y="23125"/>
            <a:ext cx="92402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4" name="Google Shape;11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9" name="Google Shape;11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4" name="Google Shape;12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